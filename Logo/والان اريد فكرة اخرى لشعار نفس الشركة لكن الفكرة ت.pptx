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b5d63363f2f462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 xmlns:p="http://schemas.openxmlformats.org/presentationml/2006/main">
    <p:sldId xmlns:r="http://schemas.openxmlformats.org/officeDocument/2006/relationships" id="256" r:id="rId2"/>
  </p:sldIdLst>
  <p:sldSz cx="9753600" cy="9753600" type="custom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fcb3ee4397e94127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0a1295504cb24da6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asset-8107f76f-cd65-40b7-b6b0-de01edebef5c" /><Relationship Type="http://schemas.openxmlformats.org/officeDocument/2006/relationships/slideLayout" Target="/ppt/slideLayouts/slideLayout1.xml" Id="Re32bc933c1ee45a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000000">
            <a:alpha val="0"/>
          </a:srgbClr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1827045-6d33-4324-9ebb-d07db2a57413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8107f76f-cd65-40b7-b6b0-de01edebef5c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